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1C4F8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9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主副料採購 ‧ AI 導入評估　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接手的是輸入端 — 量體、已導入的工具，以及它們接手到哪裡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36192"/>
            <a:ext cx="54864" cy="78638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25 類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02536"/>
            <a:ext cx="219684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主副採已盤點的工作類型（14＋11）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36192"/>
            <a:ext cx="54864" cy="78638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10</a:t>
            </a: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位 （</a:t>
            </a:r>
            <a:r>
              <a:rPr lang="en-US" altLang="zh-TW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27R0</a:t>
            </a: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預算）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02536"/>
            <a:ext cx="219684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人力編制（主採 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7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＋副採 3）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36192"/>
            <a:ext cx="54864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05372" y="1618488"/>
            <a:ext cx="2562606" cy="34002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主採</a:t>
            </a:r>
            <a:r>
              <a:rPr lang="en-US" altLang="zh-TW" sz="11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11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AI 可協助比例（占比加權</a:t>
            </a: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12.6% ）  </a:t>
            </a:r>
            <a:endParaRPr lang="zh-TW" altLang="en-US" sz="210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423660" y="2039112"/>
            <a:ext cx="219684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36192"/>
            <a:ext cx="2599182" cy="78638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36192"/>
            <a:ext cx="54864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18488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9 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02536"/>
            <a:ext cx="243459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主採已導入 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skill ＋ 副料潛在可介入點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-4 skill</a:t>
            </a:r>
            <a:endParaRPr lang="zh-TW" altLang="en-US"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66928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主採｜已導入 5 支 skill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761488"/>
            <a:ext cx="5349240" cy="2487168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761488"/>
            <a:ext cx="54864" cy="248716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804672" y="288950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用量自動核對填入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4670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填入 TA 的 Order Qty 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2004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46704" y="32004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產出可填／衝突／模糊清單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4672" y="35112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46704" y="351129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產出核可狀態報告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672" y="38221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CBD → TA 產出工具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46704" y="382219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轉換為 TA 格式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4672" y="413308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海空運費比較 產出工具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46704" y="41330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查詢海／空運報價，產出比較 Excel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4672" y="4553712"/>
            <a:ext cx="487375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對應的類別合計約占 25% 的信件量；十四類加權後的 AI 可協助比例為 12.6%（該簡報自述約 10–15%）。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72784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副採｜4 個潛在可介入點</a:t>
            </a:r>
          </a:p>
        </p:txBody>
      </p:sp>
      <p:sp>
        <p:nvSpPr>
          <p:cNvPr id="37" name="Shape 37"/>
          <p:cNvSpPr/>
          <p:nvPr/>
        </p:nvSpPr>
        <p:spPr>
          <a:xfrm>
            <a:off x="6272784" y="2761488"/>
            <a:ext cx="5349240" cy="248716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272784" y="2761488"/>
            <a:ext cx="54864" cy="2487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6510528" y="28895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PO／BOM 系統性資料 key-in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18320" y="2889504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款採購作業　20%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0528" y="32004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空運費計算（by flow）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18320" y="320040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空運費計算　5%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0528" y="35112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出貨 TA 表格更新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18320" y="351129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出貨 TA 更新　10%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1052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分廠數量計算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18320" y="382219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中國產區分廠計算　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0528" y="4553712"/>
            <a:ext cx="487375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分布在合計約 40% 的類別中（20＋5＋10＋5）；可自動化的只是這些類別裡的登錄與計算步驟，不是整類工作。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5413248"/>
            <a:ext cx="11055096" cy="78638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5413248"/>
            <a:ext cx="54864" cy="78638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86384" y="550468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別讀錯這兩個數字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99232" y="5504688"/>
            <a:ext cx="840333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「25%」與「40%」講的是這些工具「碰得到的類別」占多少，不是「可以被取代的工時」。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九個項目全部落在「比對與填入」—— 要不要覆蓋、算不算核可、報告能不能寄出，仍然是人按下確認鍵。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6928" y="6437376"/>
            <a:ext cx="1105509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資料來源：主採業務範疇說明（2026-09-07）；V6副採工作範疇簡略說明（2026-09-07）。12.6%／25%／40% 均為依表列占比推算之估算值，非工時實測。主採占比取自信箱關鍵字分類（樣本僅一人信箱可見範圍、不含微信），副採占比為體感估計。</a:t>
            </a:r>
          </a:p>
        </p:txBody>
      </p:sp>
      <p:sp>
        <p:nvSpPr>
          <p:cNvPr id="53" name="TextBox 16">
            <a:extLst>
              <a:ext uri="{FF2B5EF4-FFF2-40B4-BE49-F238E27FC236}">
                <a16:creationId xmlns:a16="http://schemas.microsoft.com/office/drawing/2014/main" id="{38A2FA1B-B6DE-4DF6-9EE1-91E962F26DB3}"/>
              </a:ext>
            </a:extLst>
          </p:cNvPr>
          <p:cNvSpPr txBox="1"/>
          <p:nvPr/>
        </p:nvSpPr>
        <p:spPr>
          <a:xfrm>
            <a:off x="6350508" y="1930400"/>
            <a:ext cx="2562606" cy="34002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副料</a:t>
            </a:r>
            <a:r>
              <a:rPr lang="en-US" altLang="zh-TW" sz="11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11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AI 可協助比例（占比加權</a:t>
            </a: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 待評估）</a:t>
            </a:r>
            <a:endParaRPr lang="zh-TW" altLang="en-US" sz="210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主副料採購 ‧ AI 導入評估　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為什麼工時省得下來，人力卻減不掉 — 六個共通原因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481328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主採談布廠、副採談副料供應商，對象不同，但卡住的地方一模一樣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是「議定」，不是「查詢」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交期、價格、責任都要多輪來回談定，主採還含人民幣匯率商談。AI 產得出初稿，談不出共識。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等待不會因為 AI 而變快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工時花在等供應商 、成衣廠、客戶回覆。就算報表 3 秒生成，對方明天才回 —— 處理速度從來不是瓶頸。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792224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792224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892808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要看實物才能拍板</a:t>
            </a:r>
            <a:r>
              <a:rPr lang="en-US" altLang="zh-TW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=&gt;</a:t>
            </a: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需要人及專業及經驗值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148840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色差、移染、白汙、看色核色，及</a:t>
            </a:r>
            <a:r>
              <a:rPr lang="zh-TW" altLang="en-US" sz="90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手感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都要目視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摸到實物對比對標準樣，並送樣、複測 與外部</a:t>
            </a:r>
            <a:r>
              <a:rPr lang="en-US" altLang="zh-TW"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kaken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討論報告、打樣再復核看色。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溝通載體不在系統裡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缸差核色靠微信、重大異常靠電話與現場會議。工作日下班後非工作日但工廠上班日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即時應對工廠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廠商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客人的對話與圖片，AI 讀不到回不了。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承諾與責任要人來扛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下採購單即產生商業約束力；異常究責、、CAP 報告都要有人與客人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</a:t>
            </a:r>
            <a:r>
              <a:rPr lang="en-US" altLang="zh-TW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廠商對應。責任無法交給工具。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2962656"/>
            <a:ext cx="3538728" cy="106070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2962656"/>
            <a:ext cx="54864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063240"/>
            <a:ext cx="313639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資料會回頭改寫上一輪的答案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319272"/>
            <a:ext cx="3136392" cy="5852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訂單分批下單、分割生產分廠重算、TA 變動、PH3 填補 —— 前一刻算出的答案，隨時被工廠或供應商的回覆推翻。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133088"/>
            <a:ext cx="11055096" cy="676656"/>
          </a:xfrm>
          <a:prstGeom prst="round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59536" y="4206240"/>
            <a:ext cx="104698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主採最大的一類占 15%、副採最大的兩類各占 20% —— 沒有一塊大到值得整批自動化；而省下的 10–15% 散在六個人每天的 10–30 分鐘切片裡，</a:t>
            </a:r>
            <a:r>
              <a:rPr lang="zh-TW" altLang="en-US" sz="1200" b="1" dirty="0">
                <a:solidFill>
                  <a:srgbClr val="FFD9D9"/>
                </a:solidFill>
                <a:latin typeface="微軟正黑體"/>
                <a:ea typeface="微軟正黑體"/>
                <a:cs typeface="微軟正黑體"/>
              </a:rPr>
              <a:t>是等待中的空隙，不是可以整併掉的一個編制。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4937760"/>
            <a:ext cx="11055096" cy="402336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4937760"/>
            <a:ext cx="54864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86384" y="49377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 繼續擴大</a:t>
            </a:r>
            <a:r>
              <a:rPr lang="en-US" altLang="zh-TW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</a:t>
            </a: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輸入，人的工時放在有價值產出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94176" y="49377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擴大結構化比對類工具的覆蓋；目標是把這 10–15% 的行政步驟做穩、降低 key-in 錯誤，將人的工時花在預防問題及提高對外的溝通效能。</a:t>
            </a:r>
          </a:p>
        </p:txBody>
      </p:sp>
      <p:sp>
        <p:nvSpPr>
          <p:cNvPr id="37" name="Shape 37"/>
          <p:cNvSpPr/>
          <p:nvPr/>
        </p:nvSpPr>
        <p:spPr>
          <a:xfrm>
            <a:off x="566928" y="5394960"/>
            <a:ext cx="11055096" cy="402336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Shape 38"/>
          <p:cNvSpPr/>
          <p:nvPr/>
        </p:nvSpPr>
        <p:spPr>
          <a:xfrm>
            <a:off x="566928" y="5394960"/>
            <a:ext cx="54864" cy="40233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786384" y="53949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② 這幾類不納入 AI 取代規劃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694176" y="53949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重大品質異常、議價協商（含匯率商談）、看色與核色判斷、品質預防 </a:t>
            </a:r>
            <a:r>
              <a:rPr lang="en-US" altLang="zh-TW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.</a:t>
            </a: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跨廠催辦、跨國交涉 —— 維持現有人力配置。</a:t>
            </a:r>
          </a:p>
        </p:txBody>
      </p:sp>
      <p:sp>
        <p:nvSpPr>
          <p:cNvPr id="41" name="Shape 41"/>
          <p:cNvSpPr/>
          <p:nvPr/>
        </p:nvSpPr>
        <p:spPr>
          <a:xfrm>
            <a:off x="566928" y="5852160"/>
            <a:ext cx="11055096" cy="402336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Shape 42"/>
          <p:cNvSpPr/>
          <p:nvPr/>
        </p:nvSpPr>
        <p:spPr>
          <a:xfrm>
            <a:off x="566928" y="5852160"/>
            <a:ext cx="54864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786384" y="5852160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③ 評估員額編制看量體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94176" y="5852160"/>
            <a:ext cx="770839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日後若要評估人力，以款數／PO 張數／</a:t>
            </a:r>
            <a:r>
              <a:rPr lang="zh-TW" altLang="en-US" sz="9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異常件數</a:t>
            </a: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等量體指標判斷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6928" y="6437376"/>
            <a:ext cx="11055096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結論：AI 是協作者，不是替代人力的方案 —— 它撐住的是產能，不是騰出的編制。｜資料來源：主採業務範疇說明（2026-09-07）、V6副採工作範疇簡略說明（2026-09-07）。占比皆為估算值、非工時實測，正式引用前請主採／副採本人及主管複核。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1089</Words>
  <Application>Microsoft Office PowerPoint</Application>
  <PresentationFormat>寬螢幕</PresentationFormat>
  <Paragraphs>60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微軟正黑體</vt:lpstr>
      <vt:lpstr>Arial</vt:lpstr>
      <vt:lpstr>Calibri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16</cp:revision>
  <dcterms:created xsi:type="dcterms:W3CDTF">2026-09-07T14:46:22Z</dcterms:created>
  <dcterms:modified xsi:type="dcterms:W3CDTF">2026-09-11T10:16:07Z</dcterms:modified>
</cp:coreProperties>
</file>