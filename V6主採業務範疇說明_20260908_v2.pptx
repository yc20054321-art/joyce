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57" r:id="rId4"/>
    <p:sldId id="272" r:id="rId6"/>
    <p:sldId id="258" r:id="rId8"/>
    <p:sldId id="273" r:id="rId9"/>
    <p:sldId id="259" r:id="rId5"/>
    <p:sldId id="260" r:id="rId11"/>
    <p:sldId id="261" r:id="rId7"/>
    <p:sldId id="262" r:id="rId10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4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5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主採業務範疇說明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布料開發到出貨，主採在做什麼？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一、主採工作範疇十四大類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二、AI 能協助到哪裡、不能代替什麼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三、已導入的 AI 工具與效益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63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四、結論與建議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彙整：主採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Grace│　2026-09-07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內部討論用，請勿外傳。部分內容由 AI 協助整理，數字需相關單位／本人複核後方可對外引用。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一、主採範疇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十四大類的量體 — 工時不跟信件數走，跟事情的難度走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8046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1,993 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樣本期間信件總數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14 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已盤點的工作類型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54480"/>
            <a:ext cx="2599182" cy="8046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54480"/>
            <a:ext cx="54864" cy="8046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10–15%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可協助的整體估算，其餘靠人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871 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最大宗：EC・樣品・APP 調料調布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46888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十四類工作的信件量與占比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68096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前端面料開發事宜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84548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7508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Shape 28"/>
          <p:cNvSpPr/>
          <p:nvPr/>
        </p:nvSpPr>
        <p:spPr>
          <a:xfrm>
            <a:off x="566928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Shape 29"/>
          <p:cNvSpPr/>
          <p:nvPr/>
        </p:nvSpPr>
        <p:spPr>
          <a:xfrm>
            <a:off x="566928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768096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EC／樣品／APP 調料調布需求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84548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871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07508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68096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進單前交期 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84548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307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07508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8" name="Shape 38"/>
          <p:cNvSpPr/>
          <p:nvPr/>
        </p:nvSpPr>
        <p:spPr>
          <a:xfrm>
            <a:off x="566928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Shape 39"/>
          <p:cNvSpPr/>
          <p:nvPr/>
        </p:nvSpPr>
        <p:spPr>
          <a:xfrm>
            <a:off x="566928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68096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FBO／CBD／主料 TA 確認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84548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7508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315968"/>
            <a:ext cx="5390388" cy="3474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315968"/>
            <a:ext cx="54864" cy="3474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重大品質異常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84548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07508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68096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換片率／短碼／補布／庫存／色差判定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84548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07508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7%</a:t>
            </a:r>
          </a:p>
        </p:txBody>
      </p:sp>
      <p:sp>
        <p:nvSpPr>
          <p:cNvPr id="53" name="Shape 53"/>
          <p:cNvSpPr/>
          <p:nvPr/>
        </p:nvSpPr>
        <p:spPr>
          <a:xfrm>
            <a:off x="566928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Shape 54"/>
          <p:cNvSpPr/>
          <p:nvPr/>
        </p:nvSpPr>
        <p:spPr>
          <a:xfrm>
            <a:off x="566928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768096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物流／出貨追蹤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84548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07508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58" name="Shape 58"/>
          <p:cNvSpPr/>
          <p:nvPr/>
        </p:nvSpPr>
        <p:spPr>
          <a:xfrm>
            <a:off x="6231636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231636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6432804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內部固定會議・報表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49256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72216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63" name="Shape 63"/>
          <p:cNvSpPr/>
          <p:nvPr/>
        </p:nvSpPr>
        <p:spPr>
          <a:xfrm>
            <a:off x="6231636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Shape 64"/>
          <p:cNvSpPr/>
          <p:nvPr/>
        </p:nvSpPr>
        <p:spPr>
          <a:xfrm>
            <a:off x="6231636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6432804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驗貨／測試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49256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872216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68" name="Shape 68"/>
          <p:cNvSpPr/>
          <p:nvPr/>
        </p:nvSpPr>
        <p:spPr>
          <a:xfrm>
            <a:off x="6231636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Shape 69"/>
          <p:cNvSpPr/>
          <p:nvPr/>
        </p:nvSpPr>
        <p:spPr>
          <a:xfrm>
            <a:off x="6231636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6432804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開訂單 PO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049256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872216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3" name="Shape 73"/>
          <p:cNvSpPr/>
          <p:nvPr/>
        </p:nvSpPr>
        <p:spPr>
          <a:xfrm>
            <a:off x="6231636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Shape 74"/>
          <p:cNvSpPr/>
          <p:nvPr/>
        </p:nvSpPr>
        <p:spPr>
          <a:xfrm>
            <a:off x="6231636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6432804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收料／結帳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049256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393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872216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8" name="Shape 78"/>
          <p:cNvSpPr/>
          <p:nvPr/>
        </p:nvSpPr>
        <p:spPr>
          <a:xfrm>
            <a:off x="6231636" y="431596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Shape 79"/>
          <p:cNvSpPr/>
          <p:nvPr/>
        </p:nvSpPr>
        <p:spPr>
          <a:xfrm>
            <a:off x="6231636" y="431596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6432804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缸差核可進度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49256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872216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83" name="Shape 83"/>
          <p:cNvSpPr/>
          <p:nvPr/>
        </p:nvSpPr>
        <p:spPr>
          <a:xfrm>
            <a:off x="6231636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Shape 84"/>
          <p:cNvSpPr/>
          <p:nvPr/>
        </p:nvSpPr>
        <p:spPr>
          <a:xfrm>
            <a:off x="6231636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6432804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寄件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049256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872216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88" name="Shape 88"/>
          <p:cNvSpPr/>
          <p:nvPr/>
        </p:nvSpPr>
        <p:spPr>
          <a:xfrm>
            <a:off x="6231636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Shape 89"/>
          <p:cNvSpPr/>
          <p:nvPr/>
        </p:nvSpPr>
        <p:spPr>
          <a:xfrm>
            <a:off x="6231636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6432804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測試帳單申請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049256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872216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84548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207508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049256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872216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7" name="Shape 97"/>
          <p:cNvSpPr/>
          <p:nvPr/>
        </p:nvSpPr>
        <p:spPr>
          <a:xfrm>
            <a:off x="566928" y="566013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Shape 98"/>
          <p:cNvSpPr/>
          <p:nvPr/>
        </p:nvSpPr>
        <p:spPr>
          <a:xfrm>
            <a:off x="566928" y="566013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9"/>
          <p:cNvSpPr txBox="1"/>
          <p:nvPr/>
        </p:nvSpPr>
        <p:spPr>
          <a:xfrm>
            <a:off x="786384" y="568756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信件數最少的「重大品質異常」（82 封）占比卻最高（15%）——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工時不跟信件數走，跟事情的難度走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可行性分析（綜合分析表）。信件數為樣本期間統計值；占比為關鍵字分類之估算值，樣本與口徑限制見「AI 接手的是填表與核對」頁。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2" name="Shape 902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lang="en-US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十四大類與 AI 可協助比例 — 最高的一類也只有 25%，沒有一類能由 AI 獨立完成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752856" cy="50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37391"/>
            <a:ext cx="1752856" cy="54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重大品質異常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09444" y="1536192"/>
            <a:ext cx="1752856" cy="50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409444" y="2037391"/>
            <a:ext cx="1752856" cy="54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前端面料開發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536192"/>
            <a:ext cx="1752856" cy="50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037391"/>
            <a:ext cx="1752856" cy="54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EC/樣品調布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94476" y="1536192"/>
            <a:ext cx="1752856" cy="50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094476" y="2037391"/>
            <a:ext cx="1752856" cy="54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進單前交期TA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36992" y="1536192"/>
            <a:ext cx="1752856" cy="50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936992" y="2037391"/>
            <a:ext cx="1752856" cy="54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FBO/CBD TA確認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779508" y="1536192"/>
            <a:ext cx="1752856" cy="50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779508" y="2037391"/>
            <a:ext cx="1752856" cy="54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缸差核可進度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6408"/>
          <a:ext cx="11064062" cy="3652680"/>
        </p:xfrm>
        <a:graphic>
          <a:graphicData uri="http://schemas.openxmlformats.org/drawingml/2006/table">
            <a:tbl>
              <a:tblPr/>
              <a:tblGrid>
                <a:gridCol w="495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工作類型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占比估計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AI可獨立完成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AI可協助比例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重大品質異常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前端面料開發事宜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EC/樣品/APP調料調布需求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進單前交期TA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FBO/CBD/主料TA確認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缸差核可進度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內部固定會議・報表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換片率/短碼/補布/庫存/色差判定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物流/出貨追蹤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驗貨/測試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開訂單PO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收料/結帳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測試帳單申請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9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寄件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低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5%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lang="en-US" i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資料來源：主採工作內容分類與AI可行性分析（綜合分析分頁），關鍵字分類估算值，需相關單位複核。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二、AI 能協助到哪裡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為什麼只能協助、不能代替 — 六個共通的結構性原因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不是工作內容單純，而是瓶頸都落在系統之外 —— 等待、協商、實物判斷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多輪來回議定，不是單向查詢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 交期不是布廠給一個數字就定案：布廠產能、原料到位時間都要反覆協調，過程還包含人民幣匯率商談，屬多輪議價。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一對多的跨廠協調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同一款式通常同步在多家布廠開發，須持續追蹤各廠回覆與進度，再即時整合資訊回覆業務端，確保開發時程推進。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三方條件要同時滿足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最終交期須同時滿足業務訂單需求、布廠產能與交期、成衣廠產線排程 —— 是多重限制下的權衡取捨，不是查表。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需實物比對與染整專業判斷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移染、白汙、色牢度、色點及髒污比例的成因判定，仰賴布料／染整專業與目視實物、色板比對，並需送樣、複測、打樣驗證。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溝通載體不在系統裡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缸差核色進度主要靠微信與上海布組即時互動，是零散對話與圖片核對；重大異常也多為電話、現場會議、口頭確認。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對外承諾要有人拍板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下單即產生商業約束力；CBD／FBO 數字會隨業務端分次確認而滾動更新，需有人判斷「這次是否已是最終版本」，避免未定案就搶先下單。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919472"/>
            <a:ext cx="11055096" cy="566928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4919472"/>
            <a:ext cx="54864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86384" y="4983480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最關鍵的一點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87168" y="4983480"/>
            <a:ext cx="89154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耗時的原因是「等待與多輪確認」，不是處理速度 —— AI 即使能快速產出初稿排程，也縮短不了人對人溝通確認的等待時間。</a:t>
            </a:r>
          </a:p>
        </p:txBody>
      </p:sp>
      <p:sp>
        <p:nvSpPr>
          <p:cNvPr id="35" name="Shape 35"/>
          <p:cNvSpPr/>
          <p:nvPr/>
        </p:nvSpPr>
        <p:spPr>
          <a:xfrm>
            <a:off x="566928" y="570585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566928" y="570585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786384" y="573328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能被壓縮的是「產出速度」，但主採的工時花在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等別人回覆、和別人談定、對實物拍板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這三件事 AI 幫得上忙，卻沒有一件能代替人完成。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可行性分析（綜合分析表）「為什麼」欄之歸納。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2" name="Shape 902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lang="en-US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文書只是表象 — AI 幫得上的是表象那一層，吃時間的判斷仍在人身上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2869125" cy="307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工作項目（占比）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25713" y="1536192"/>
            <a:ext cx="3227765" cy="307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表面上看起來是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43138" y="1536192"/>
            <a:ext cx="4751988" cy="307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實際需要人的部分 —— AI 取代不了的地方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32102"/>
            <a:ext cx="286912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重大品質異常　15%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525713" y="1932102"/>
            <a:ext cx="322776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異常通知彙整、瑕疵紀錄登錄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43138" y="1932102"/>
            <a:ext cx="4751988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3B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現場臨場判斷處理方向；與布廠/成衣廠/客戶多方協調；染整專業成因判斷；責任歸屬與客訴風險拍板；並需撰寫品質改善CAP報告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829500"/>
            <a:ext cx="286912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進單前交期TA　10%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25713" y="2829500"/>
            <a:ext cx="322776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TA 表格填寫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43138" y="2829500"/>
            <a:ext cx="4751988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3B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與布廠來回議定交期（含人民幣匯率商談）；同步確認成衣廠實際產能；業務/布廠/成衣廠三方條件權衡排程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726897"/>
            <a:ext cx="286912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FBO/CBD/主料TA確認　10%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25713" y="3726897"/>
            <a:ext cx="322776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數字核對登錄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43138" y="3726897"/>
            <a:ext cx="4751988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3B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判斷資訊是否已收斂到可下單版本，下單即產生商業承諾須人員把關；頭缸核可/測試送測/APP寄送/出貨ETC-ETD-ETA等節點須逐日人工KEY 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624294"/>
            <a:ext cx="286912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 缸差核可進度　10%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525713" y="4624294"/>
            <a:ext cx="322776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核色進度追蹤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43138" y="4624294"/>
            <a:ext cx="4751988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3B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微信即時互動核色判讀；NG 後決策重修或上訴日本核色；對客戶端交涉溝通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521691"/>
            <a:ext cx="286912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5. EC/樣品調布需求　10%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525713" y="5521691"/>
            <a:ext cx="3227765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調布需求轉達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43138" y="5521691"/>
            <a:ext cx="4751988" cy="89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3B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反覆向多家布廠交涉催辦；依業務即時指示判斷優先序，議定與催促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lang="en-US" i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資料來源：主採工作內容分類與AI可行性分析（綜合分析分頁）「為什麼」欄位彙整。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三、已導入的 AI 工具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接手的是「填表與核對」— 判斷與承諾仍留在人身上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4343400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8119872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566928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✔ 已有現成 AI skill 輔助 —— 清單中可行性最高的三項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743200"/>
            <a:ext cx="5349240" cy="201168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743200"/>
            <a:ext cx="54864" cy="201168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804672" y="28712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用量自動填入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17520" y="2871216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對應「FBO／CBD／主料 TA 確認」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4672" y="31821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7520" y="3182112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對應「進單前交期 TA」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4672" y="349300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17520" y="3493008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對應「物流／出貨追蹤」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931920"/>
            <a:ext cx="487375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這三類合計約占 25% 的信件量（依表列占比相加），但 AI 輔助的是「填表與核對」——　交期議定、催促布廠訂艙、船班異動後重排產線，仍然逐件由人處理。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2784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✖ 接不了的實例 —— 重大品質異常與判定</a:t>
            </a:r>
          </a:p>
        </p:txBody>
      </p:sp>
      <p:sp>
        <p:nvSpPr>
          <p:cNvPr id="29" name="Shape 29"/>
          <p:cNvSpPr/>
          <p:nvPr/>
        </p:nvSpPr>
        <p:spPr>
          <a:xfrm>
            <a:off x="6272784" y="2743200"/>
            <a:ext cx="5349240" cy="2011680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272784" y="2743200"/>
            <a:ext cx="54864" cy="20116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510528" y="2852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移染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17536" y="2852928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SANBEN 60236F014A #37 Brown、60226F034A #34 Brown；凱信 60146N118／60226N024B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10528" y="332841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白汙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7536" y="3328416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GISTEX 226N009A／236N011A／226N033A；CENTEX 226N020B／236F007A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10528" y="380390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色點及髒污比例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7536" y="3803904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176F036／F037／F038／F040A 換片率與色差判定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0528" y="427939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後續責任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7536" y="4279392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須撰寫品質改善 CAP，對客戶說明成因與對策並承擔索賠、延誤出貨的商業風險</a:t>
            </a:r>
          </a:p>
        </p:txBody>
      </p:sp>
      <p:sp>
        <p:nvSpPr>
          <p:cNvPr id="39" name="Shape 39"/>
          <p:cNvSpPr/>
          <p:nvPr/>
        </p:nvSpPr>
        <p:spPr>
          <a:xfrm>
            <a:off x="566928" y="4937760"/>
            <a:ext cx="11055096" cy="69494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566928" y="4937760"/>
            <a:ext cx="54864" cy="6949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786384" y="50109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數字口徑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40864" y="5010912"/>
            <a:ext cx="9061704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樣本僅涵蓋本人信箱可見範圍（列為收件人／CC 或寄件人），非三人完整信箱，且不含微信與布廠溝通內容；占比採關鍵字比對分類，同一封信可能同時符合多個類別，本表以優先序取單一類別歸類，與人工逐封判讀可能有落差。實際工作分工與 AI 導入範圍請與三位本人及主管討論確認。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5815584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5815584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86384" y="5843016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已被 AI 接走的是「填表與核對」；真正的工時瓶頸 —— 交期議定、異常判定、跨廠催辦 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一項都沒被接走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可行性分析（綜合分析表）之實際信件主旨舉例與備註欄。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2" name="Shape 902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lang="en-US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重大品質異常個案 — 移染／白汙跨月延燒，AI 只能協助草稿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個案①　SANBEN-60236F014A #37 Brown 移染問題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202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個案②　SANBEN-60226F034A #34 Brown 移染問題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042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個案③　凱信-60146N118／60226N024B 移染問題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88336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個案④　GISTEX-226N009A／236N011A／226N033A 白汙問題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07238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個案⑤　CENTEX 226N020B／236F007A 白汙問題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776472"/>
            <a:ext cx="11055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白汙案（226N009A ＆ 033A）延燒逾半年，與大貨部門異常清單為同一事件，需與布廠、成衣廠、客戶三方反覆協調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每起異常的成因與客戶要求皆不同，難以套用過去範本，AI 若貿然套用過去模式判斷，反而可能誤判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決策（重修／賠償／換標／上訴）具高商業風險，需人員承擔責任並拍板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處理過程常需送樣、複測、打樣確認等實體驗證步驟，這些動作本身無法由 AI 執行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每起異常結案後還須撰寫品質改善 CAP（Corrective Action Plan）報告，彙整根因分析、對策與追蹤時程，AI 僅能協助草稿，內容與用詞仍須人核定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lang="en-US" i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資料來源：主採工作內容分類與AI可行性分析；226N009A／033A 案與大貨業務工作範疇彙整（2026-08-28）為同一事件，橫跨開發、大貨、主採三部門。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2" name="Shape 902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lang="en-US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核色進度看起來只是追蹤 — 其實是即時判斷鏈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1071" y="1536192"/>
            <a:ext cx="1972523" cy="1188720"/>
          </a:xfrm>
          <a:prstGeom prst="roundRect">
            <a:avLst>
              <a:gd name="adj" fmla="val 6154"/>
            </a:avLst>
          </a:prstGeom>
          <a:solidFill>
            <a:srgbClr val="1C4F8F"/>
          </a:solidFill>
          <a:ln w="12700">
            <a:solidFill>
              <a:srgbClr val="1C4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1071" y="1536192"/>
            <a:ext cx="1972523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微信即時掌握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上海布組核色情況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33594" y="1536192"/>
            <a:ext cx="251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84643" y="1536192"/>
            <a:ext cx="1972523" cy="1188720"/>
          </a:xfrm>
          <a:prstGeom prst="roundRect">
            <a:avLst>
              <a:gd name="adj" fmla="val 6154"/>
            </a:avLst>
          </a:prstGeom>
          <a:solidFill>
            <a:srgbClr val="1C4F8F"/>
          </a:solidFill>
          <a:ln w="12700">
            <a:solidFill>
              <a:srgbClr val="1C4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4643" y="1536192"/>
            <a:ext cx="1972523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核色結果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同步通知布廠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57166" y="1536192"/>
            <a:ext cx="251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08214" y="1536192"/>
            <a:ext cx="1972523" cy="1188720"/>
          </a:xfrm>
          <a:prstGeom prst="roundRect">
            <a:avLst>
              <a:gd name="adj" fmla="val 6154"/>
            </a:avLst>
          </a:prstGeom>
          <a:solidFill>
            <a:srgbClr val="1C4F8F"/>
          </a:solidFill>
          <a:ln w="12700">
            <a:solidFill>
              <a:srgbClr val="1C4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8214" y="1536192"/>
            <a:ext cx="1972523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如有問題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立即互動釐清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80738" y="1536192"/>
            <a:ext cx="251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1786" y="1536192"/>
            <a:ext cx="1972523" cy="1188720"/>
          </a:xfrm>
          <a:prstGeom prst="roundRect">
            <a:avLst>
              <a:gd name="adj" fmla="val 6154"/>
            </a:avLst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31786" y="1536192"/>
            <a:ext cx="1972523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NG：人工判斷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重修 或 上訴日本核色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04309" y="1536192"/>
            <a:ext cx="251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55358" y="1536192"/>
            <a:ext cx="1972523" cy="1188720"/>
          </a:xfrm>
          <a:prstGeom prst="roundRect">
            <a:avLst>
              <a:gd name="adj" fmla="val 6154"/>
            </a:avLst>
          </a:prstGeom>
          <a:solidFill>
            <a:srgbClr val="1C4F8F"/>
          </a:solidFill>
          <a:ln w="12700">
            <a:solidFill>
              <a:srgbClr val="1C4F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358" y="1536192"/>
            <a:ext cx="1972523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上訴日本核色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需再與客戶端交涉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94549" y="3182112"/>
            <a:ext cx="97998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每一步都需人即時判讀對話內容與圖片核對，核色進度是零散對話、非固定格式資料庫，AI 無法系統化讀取並追蹤這種即時、口語化的溝通內容。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lang="en-US" i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資料來源：主採工作內容分類與AI可行性分析（綜合分析分頁）「缸差核可進度」列「為什麼」欄位。</a:t>
            </a:r>
            <a:endParaRPr lang="en-US" sz="900" dirty="0"/>
          </a:p>
        </p:txBody>
      </p:sp>
      <p:sp>
        <p:nvSpPr>
          <p:cNvPr id="951" name="Shape 951"/>
          <p:cNvSpPr/>
          <p:nvPr/>
        </p:nvSpPr>
        <p:spPr>
          <a:xfrm>
            <a:off x="566928" y="5815584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2" name="Shape 952"/>
          <p:cNvSpPr/>
          <p:nvPr/>
        </p:nvSpPr>
        <p:spPr>
          <a:xfrm>
            <a:off x="566928" y="5815584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3" name="TextBox 953"/>
          <p:cNvSpPr txBox="1"/>
          <p:nvPr/>
        </p:nvSpPr>
        <p:spPr>
          <a:xfrm>
            <a:off x="786384" y="5843016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核色是一連串「看了才知道下一步」的判斷 —— AI 讀不到微信裡的零散對話與圖片，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這條鏈上每一環都要人在線上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2" name="Shape 902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lang="en-US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三、已導入的 AI 工具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目前已導入的 AI 工具 — 省了什麼、又有什麼取代不了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3931920"/>
        </p:xfrm>
        <a:graphic>
          <a:graphicData uri="http://schemas.openxmlformats.org/drawingml/2006/table">
            <a:tbl>
              <a:tblPr/>
              <a:tblGrid>
                <a:gridCol w="286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工具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做什麼／取代掉的手動步驟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AI 無法取代的部分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GU TA 用量自動核對填入 skill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核對布料用量截圖／表格，自動填入 TA 的 Order Qty 欄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色號數超出既有列數時仍需人工重建區塊；異常數字仍須人核對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Invoice 核對填 TA skill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比對布廠出貨 Invoice 與 TA，列出比對建議清單（可填/衝突/模糊）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是否覆蓋既有數字、衝突與模糊案例仍須人確認後才寫入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B/L 缸差比對 skill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自動解析碼單、比對缸差追蹤表，產出核可狀態報告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核色結果本身、是否核可仍須人工目視判斷，報告需人確認後才寄出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CBD → TA 產出工具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輔助將業務 CBD 確認資料轉換為 TA 格式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4F8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資料是否已收斂到「可下單版本」須由人判斷</a:t>
                      </a:r>
                      <a:endParaRPr lang="en-US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lang="en-US" i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資料來源：主採團隊現行 Claude Code skill 清單（bl-dyelot-check／ta-invoice-fill／gu-ta-orderqty-fill／gu-cbd-to-ta-tool）。</a:t>
            </a:r>
            <a:endParaRPr lang="en-US" sz="900" dirty="0"/>
          </a:p>
        </p:txBody>
      </p:sp>
      <p:sp>
        <p:nvSpPr>
          <p:cNvPr id="951" name="Shape 951"/>
          <p:cNvSpPr/>
          <p:nvPr/>
        </p:nvSpPr>
        <p:spPr>
          <a:xfrm>
            <a:off x="566928" y="5815584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2" name="Shape 952"/>
          <p:cNvSpPr/>
          <p:nvPr/>
        </p:nvSpPr>
        <p:spPr>
          <a:xfrm>
            <a:off x="566928" y="5815584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3" name="TextBox 953"/>
          <p:cNvSpPr txBox="1"/>
          <p:nvPr/>
        </p:nvSpPr>
        <p:spPr>
          <a:xfrm>
            <a:off x="786384" y="5843016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四支工具接手的都是「比對與填入」；要不要覆蓋、算不算核可、報告能不能寄出，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仍然是人按下確認鍵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2" name="Shape 902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lang="en-US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二、AI 能協助到哪裡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能協助分析，但「答案是否合理」取決於人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5379609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AI 幫不上的，具體是這些事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42415" y="1536192"/>
            <a:ext cx="5379609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仍需人承擔責任才能拍板的事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6722"/>
            <a:ext cx="5379609" cy="370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色差是否可接受 — 多數情況須人工目視或實物色板比對才能拍板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NG 後重修或上訴 — 交期／成本／客訴風險三方權衡，還要客戶點頭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交期／產能三方議定 — 布廠產能、成衣廠排線、業務訂單需求須同時滿足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下單時機拍板 — 判斷 CBD／FBO 資訊是否已收斂到最終版本才能執行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42415" y="1966722"/>
            <a:ext cx="5379609" cy="370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異常責任歸屬 — 布廠／裁剪／客戶規格，無標準答案，需人扛後續究責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系統操作與催辦 — ERP／船務系統 KEY IN、催促布廠訂艙，屬權限與人際範疇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微信／即時通訊溝通 — 零散對話、圖片核對，非結構化資料，AI 無法系統化追蹤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跨國交涉（上訴日本核色等）— AI 不能代為出席、發言或即時協調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lang="en-US" i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資料來源：主採工作內容分類與AI可行性分析（綜合分析分頁）各列「為什麼」欄位彙整。</a:t>
            </a:r>
            <a:endParaRPr lang="en-US" sz="900" dirty="0"/>
          </a:p>
        </p:txBody>
      </p:sp>
      <p:sp>
        <p:nvSpPr>
          <p:cNvPr id="951" name="Shape 951"/>
          <p:cNvSpPr/>
          <p:nvPr/>
        </p:nvSpPr>
        <p:spPr>
          <a:xfrm>
            <a:off x="566928" y="6035040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2" name="Shape 952"/>
          <p:cNvSpPr/>
          <p:nvPr/>
        </p:nvSpPr>
        <p:spPr>
          <a:xfrm>
            <a:off x="566928" y="6035040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3" name="TextBox 953"/>
          <p:cNvSpPr txBox="1"/>
          <p:nvPr/>
        </p:nvSpPr>
        <p:spPr>
          <a:xfrm>
            <a:off x="786384" y="6062472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可以整理與提示，但「答案合不合理」與「誰來扛」這兩件事，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沒有任何一項能交出去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2" name="Shape 902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lang="en-US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四、結論與建議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是協作者，不是替代人力的方案 — 行政步驟壓縮 10–15%，決策仍須人拍板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46088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73352"/>
            <a:ext cx="3460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76272"/>
            <a:ext cx="3460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重大品質異常占比最高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42032"/>
            <a:ext cx="3460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AI可協助比例僅 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536192"/>
            <a:ext cx="346088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673352"/>
            <a:ext cx="3460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176272"/>
            <a:ext cx="3460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FBO/CBD主料TA確認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542032"/>
            <a:ext cx="3460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可行性相對最高，仍需逐日人工KEY IN多節點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36992" y="1536192"/>
            <a:ext cx="346088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36992" y="1673352"/>
            <a:ext cx="3460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約10-15%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936992" y="2176272"/>
            <a:ext cx="3460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整體估算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36992" y="2542032"/>
            <a:ext cx="3460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可由 AI 輔助行政/結構化步驟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64992"/>
            <a:ext cx="2689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776472"/>
            <a:ext cx="11055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持續擴大結構化數字比對類 skill 的覆蓋範圍（TA／Invoice／B/L 比對），提升 10-15% 這類行政工作的 AI 代勞比例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Fabric TA 逐日多節點追蹤（頭缸核可／測試送測／APP寄送／出貨ETC-ETD-ETA）可評估開發自動更新提醒工具，但最終仍須人工確認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重大異常、議價協商（含匯率商談）、核色判斷等類別維持現有人力配置，不宜納入 AI 取代規劃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本分析為 AI 初步估算，正式引用前需與 Willson／Lomi／Erica 及主管確認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lang="en-US" i="1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剩下的 85–90% 仍然要人來談、來判斷、來承擔。｜本簡報部分內容由 AI 依既有資料整理，僅供參考；正式引用或對外前請相關單位及本人複核。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1965</Words>
  <Application>Microsoft Office PowerPoint</Application>
  <PresentationFormat>寬螢幕</PresentationFormat>
  <Paragraphs>292</Paragraphs>
  <Slides>11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6</cp:revision>
  <dcterms:created xsi:type="dcterms:W3CDTF">2026-09-07T10:27:59Z</dcterms:created>
  <dcterms:modified xsi:type="dcterms:W3CDTF">2026-09-08T06:35:56Z</dcterms:modified>
</cp:coreProperties>
</file>