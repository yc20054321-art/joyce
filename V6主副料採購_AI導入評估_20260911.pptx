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3"/>
    <p:sldId id="25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1C4F8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13" Type="http://schemas.openxmlformats.org/officeDocument/2006/relationships/slide" Target="slides/slide1.xml"/><Relationship Id="rId1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9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主副料採購 ‧ AI 導入評估　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接手的是輸入端 — 量體、已導入的工具，以及它們接手到哪裡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36192"/>
            <a:ext cx="2599182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36192"/>
            <a:ext cx="54864" cy="89611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25 類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02536"/>
            <a:ext cx="219684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主副採已盤點的工作類型（14＋11）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36192"/>
            <a:ext cx="2599182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36192"/>
            <a:ext cx="54864" cy="89611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10 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02536"/>
            <a:ext cx="219684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人力編制（主採 7＋副採 3）｜27R0 預算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36192"/>
            <a:ext cx="2599182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36192"/>
            <a:ext cx="54864" cy="89611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12.6%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02536"/>
            <a:ext cx="219684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主採 AI 可協助比例（占比加權）；副採待評估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36192"/>
            <a:ext cx="2599182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36192"/>
            <a:ext cx="54864" cy="89611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9 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02536"/>
            <a:ext cx="219684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主採已導入 5 支 skill ＋ 副採潛在可介入點 4 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523744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主採｜已導入 5 支 skill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816352"/>
            <a:ext cx="5349240" cy="2432304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816352"/>
            <a:ext cx="54864" cy="243230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804672" y="29443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GU TA 用量自動核對填入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46704" y="29443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填入 TA 的 Order Qty 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25526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Invoice 核對填 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46704" y="325526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產出可填／衝突／模糊清單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4672" y="35661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B/L 缸差比對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46704" y="35661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產出核可狀態報告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4672" y="387705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CBD → TA 產出工具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46704" y="387705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轉換為 TA 格式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4672" y="418795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海空運費比較 產出工具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46704" y="41879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查詢海／空運報價，產出比較 Excel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4672" y="4553712"/>
            <a:ext cx="487375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對應的類別合計約占 25% 的信件量；十四類加權後的 AI 可協助比例為 12.6%（該簡報自述約 10–15%）。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72784" y="2523744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副採｜4 個潛在可介入點</a:t>
            </a:r>
          </a:p>
        </p:txBody>
      </p:sp>
      <p:sp>
        <p:nvSpPr>
          <p:cNvPr id="37" name="Shape 37"/>
          <p:cNvSpPr/>
          <p:nvPr/>
        </p:nvSpPr>
        <p:spPr>
          <a:xfrm>
            <a:off x="6272784" y="2816352"/>
            <a:ext cx="5349240" cy="24323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Shape 38"/>
          <p:cNvSpPr/>
          <p:nvPr/>
        </p:nvSpPr>
        <p:spPr>
          <a:xfrm>
            <a:off x="6272784" y="2816352"/>
            <a:ext cx="54864" cy="2432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6510528" y="29443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PO／BOM 系統性資料 key-in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18320" y="294436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款採購作業　20%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0528" y="325526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空運費計算（by flow）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18320" y="3255264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空運費計算　5%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0528" y="35661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出貨 TA 表格更新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18320" y="35661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出貨 TA 更新　10%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10528" y="38770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分廠數量計算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18320" y="387705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中國產區分廠計算　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0528" y="4553712"/>
            <a:ext cx="487375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分布在合計約 40% 的類別中（20＋5＋10＋5）；可自動化的只是這些類別裡的登錄與計算步驟，不是整類工作。副採尚未做同口徑的加權估算。</a:t>
            </a:r>
          </a:p>
        </p:txBody>
      </p:sp>
      <p:sp>
        <p:nvSpPr>
          <p:cNvPr id="48" name="Shape 48"/>
          <p:cNvSpPr/>
          <p:nvPr/>
        </p:nvSpPr>
        <p:spPr>
          <a:xfrm>
            <a:off x="566928" y="5413248"/>
            <a:ext cx="11055096" cy="78638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Shape 49"/>
          <p:cNvSpPr/>
          <p:nvPr/>
        </p:nvSpPr>
        <p:spPr>
          <a:xfrm>
            <a:off x="566928" y="5413248"/>
            <a:ext cx="54864" cy="78638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86384" y="550468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⚠ 這兩個數字的定義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999232" y="5504688"/>
            <a:ext cx="840333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「25%」與「40%」講的是這些工具「碰得到的類別」占多少，不是「可以被取代的工時」。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九個項目全部落在「比對與填入」—— 要不要覆蓋、算不算核可、報告能不能寄出，仍然是人按下確認鍵。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6928" y="6437376"/>
            <a:ext cx="1105509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資料來源：主採業務範疇說明（2026-09-07）；V6副採工作範疇簡略說明（2026-09-07）。12.6%／25%／40% 均為依表列占比推算之估算值，非工時實測。主採占比取自信箱關鍵字分類（樣本僅一人信箱可見範圍、不含微信），副採占比為體感估計。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主副料採購 ‧ AI 導入評估　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為什麼工時省得下來，人力難以等比例縮減 — 六個共通原因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481328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主採談布廠、副採談副料供應商，對象不同，但卡住的地方一模一樣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是「議定」，不是「查詢」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交期、價格、責任都要多輪來回談定，主採還含人民幣匯率商談。AI 產得出初稿，談不出共識。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等待不會因為 AI 而變快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工時花在等供應商、成衣廠、客戶回覆。就算報表 3 秒生成，對方明天才回 —— 處理速度從來不是瓶頸。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要看實物才能拍板 —— 靠專業與經驗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色差、移染、白汙、看色核色與手感，都要目視、觸摸實物並與標準樣比對；還要送樣、複測、與外部 KAKEN 討論報告，打樣後再複核看色。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溝通載體不在系統裡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缸差核色靠微信、重大異常靠電話與現場會議；下班後與假日（工廠仍在上班）也要即時回應工廠、廠商、客人的對話與圖片 —— AI 讀不到，也回不了。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承諾與責任要人來扛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下採購單即產生商業約束力；異常究責與 CAP 報告都要有人對客人、工廠、廠商說明。責任無法交給工具。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資料會回頭改寫上一輪的答案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訂單分批下單、分割生產與分廠重算、TA 變動、PH3 填補 —— 前一刻算出的答案，隨時被工廠或供應商的回覆推翻。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133088"/>
            <a:ext cx="11055096" cy="676656"/>
          </a:xfrm>
          <a:prstGeom prst="round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59536" y="4206240"/>
            <a:ext cx="1046988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主採最大的一類占 15%、副採最大的兩類各占 20% —— 沒有一塊大到值得整批自動化；而省下的 10–15% 散在十個人每天的 10–30 分鐘切片裡，</a:t>
            </a:r>
            <a:r>
              <a:rPr lang="zh-TW" altLang="en-US" sz="1200" b="1" dirty="0">
                <a:solidFill>
                  <a:srgbClr val="FFD9D9"/>
                </a:solidFill>
                <a:latin typeface="微軟正黑體"/>
                <a:ea typeface="微軟正黑體"/>
                <a:cs typeface="微軟正黑體"/>
              </a:rPr>
              <a:t>屬於等待中的零碎空隙，不易整併為可釋出的編制。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4937760"/>
            <a:ext cx="11055096" cy="402336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4937760"/>
            <a:ext cx="54864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86384" y="49377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 繼續擴大 AI 輸入，人力投入有價值產出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94176" y="49377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擴大結構化比對類工具的覆蓋；目標是把這 10–15% 的行政步驟做穩、降低 key-in 錯誤，將人的工時花在預防問題與提高對外溝通效能。</a:t>
            </a:r>
          </a:p>
        </p:txBody>
      </p:sp>
      <p:sp>
        <p:nvSpPr>
          <p:cNvPr id="37" name="Shape 37"/>
          <p:cNvSpPr/>
          <p:nvPr/>
        </p:nvSpPr>
        <p:spPr>
          <a:xfrm>
            <a:off x="566928" y="5394960"/>
            <a:ext cx="11055096" cy="402336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Shape 38"/>
          <p:cNvSpPr/>
          <p:nvPr/>
        </p:nvSpPr>
        <p:spPr>
          <a:xfrm>
            <a:off x="566928" y="5394960"/>
            <a:ext cx="54864" cy="40233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786384" y="53949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② 這幾類不納入 AI 取代規劃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694176" y="53949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重大品質異常、議價協商（含匯率商談）、看色與核色判斷、品質預防、跨廠催辦、跨國交涉 —— 維持現有人力配置。</a:t>
            </a:r>
          </a:p>
        </p:txBody>
      </p:sp>
      <p:sp>
        <p:nvSpPr>
          <p:cNvPr id="41" name="Shape 41"/>
          <p:cNvSpPr/>
          <p:nvPr/>
        </p:nvSpPr>
        <p:spPr>
          <a:xfrm>
            <a:off x="566928" y="5852160"/>
            <a:ext cx="11055096" cy="402336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Shape 42"/>
          <p:cNvSpPr/>
          <p:nvPr/>
        </p:nvSpPr>
        <p:spPr>
          <a:xfrm>
            <a:off x="566928" y="5852160"/>
            <a:ext cx="54864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786384" y="58521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③ 評估員額編制看量體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94176" y="58521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日後若要評估人力，以款數／PO 張數／異常件數等量體指標判斷。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6928" y="6437376"/>
            <a:ext cx="1105509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結論：AI 定位為協作工具，主要效益在支撐產能而非釋出編制。｜資料來源：主採業務範疇說明（2026-09-07）、V6副採工作範疇簡略說明（2026-09-07）。占比皆為估算值、非工時實測，正式引用前請主採／副採本人及主管複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1212</Words>
  <Application>Microsoft Office PowerPoint</Application>
  <PresentationFormat>寬螢幕</PresentationFormat>
  <Paragraphs>137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13</cp:revision>
  <dcterms:created xsi:type="dcterms:W3CDTF">2026-09-07T14:46:22Z</dcterms:created>
  <dcterms:modified xsi:type="dcterms:W3CDTF">2026-09-08T06:12:19Z</dcterms:modified>
</cp:coreProperties>
</file>